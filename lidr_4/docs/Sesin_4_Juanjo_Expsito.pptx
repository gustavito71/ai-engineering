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Tahoma"/>
      <p:regular r:id="rId17"/>
      <p:bold r:id="rId18"/>
    </p:embeddedFont>
    <p:embeddedFont>
      <p:font typeface="Helvetica Neue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11" Type="http://schemas.openxmlformats.org/officeDocument/2006/relationships/slide" Target="slides/slide6.xml"/><Relationship Id="rId22" Type="http://schemas.openxmlformats.org/officeDocument/2006/relationships/font" Target="fonts/HelveticaNeue-bold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Tahoma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regular.fntdata"/><Relationship Id="rId6" Type="http://schemas.openxmlformats.org/officeDocument/2006/relationships/slide" Target="slides/slide1.xml"/><Relationship Id="rId18" Type="http://schemas.openxmlformats.org/officeDocument/2006/relationships/font" Target="fonts/Tahom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9b3f16c0_0_0:notes"/>
          <p:cNvSpPr/>
          <p:nvPr>
            <p:ph idx="2" type="sldImg"/>
          </p:nvPr>
        </p:nvSpPr>
        <p:spPr>
          <a:xfrm>
            <a:off x="381300" y="685801"/>
            <a:ext cx="6096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9a9b3f16c0_0_0:notes"/>
          <p:cNvSpPr txBox="1"/>
          <p:nvPr>
            <p:ph idx="1" type="body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a9b3f16c0_0_1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9a9b3f16c0_0_1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17618da84_0_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3e17618da84_0_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17618da84_0_11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e17618da84_0_11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1d2092c8d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e1d2092c8d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17618da84_0_1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e17618da84_0_1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177b842d7_0_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e177b842d7_0_4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17618da84_0_21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e17618da84_0_21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17618da84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e17618da84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9b3f16c0_0_1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9a9b3f16c0_0_1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a9b3f16c0_0_2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9a9b3f16c0_0_2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30169" y="1162524"/>
            <a:ext cx="76836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8.jpg"/><Relationship Id="rId5" Type="http://schemas.openxmlformats.org/officeDocument/2006/relationships/image" Target="../media/image7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619125" y="3462938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200">
                <a:solidFill>
                  <a:schemeClr val="lt1"/>
                </a:solidFill>
              </a:rPr>
              <a:t>Mentor: Juanjo Expósito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200">
                <a:solidFill>
                  <a:schemeClr val="lt1"/>
                </a:solidFill>
              </a:rPr>
              <a:t>LIDR.co, training the Tech Leaders’ of the future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  <p:grpSp>
        <p:nvGrpSpPr>
          <p:cNvPr id="67" name="Google Shape;67;p15"/>
          <p:cNvGrpSpPr/>
          <p:nvPr/>
        </p:nvGrpSpPr>
        <p:grpSpPr>
          <a:xfrm>
            <a:off x="859281" y="4660913"/>
            <a:ext cx="3634798" cy="572700"/>
            <a:chOff x="5681806" y="4067013"/>
            <a:chExt cx="3634798" cy="572700"/>
          </a:xfrm>
        </p:grpSpPr>
        <p:pic>
          <p:nvPicPr>
            <p:cNvPr id="68" name="Google Shape;68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81806" y="4178804"/>
              <a:ext cx="187442" cy="199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5"/>
            <p:cNvSpPr txBox="1"/>
            <p:nvPr/>
          </p:nvSpPr>
          <p:spPr>
            <a:xfrm>
              <a:off x="5835675" y="4067013"/>
              <a:ext cx="1047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@lidr_ai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" name="Google Shape;70;p15"/>
            <p:cNvSpPr txBox="1"/>
            <p:nvPr/>
          </p:nvSpPr>
          <p:spPr>
            <a:xfrm>
              <a:off x="6934904" y="4067013"/>
              <a:ext cx="2381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#followtheLIDR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71" name="Google Shape;71;p15" title="Group 1197132858.png"/>
          <p:cNvPicPr preferRelativeResize="0"/>
          <p:nvPr/>
        </p:nvPicPr>
        <p:blipFill rotWithShape="1">
          <a:blip r:embed="rId5">
            <a:alphaModFix/>
          </a:blip>
          <a:srcRect b="-14110" l="0" r="0" t="-6590"/>
          <a:stretch/>
        </p:blipFill>
        <p:spPr>
          <a:xfrm>
            <a:off x="463069" y="435050"/>
            <a:ext cx="2283924" cy="65328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432700" y="994128"/>
            <a:ext cx="239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i="0" lang="es" sz="1048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AI-Powered products</a:t>
            </a:r>
            <a:endParaRPr b="1" i="0" sz="1048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19125" y="1584291"/>
            <a:ext cx="7268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16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MÓDULO 2: Arquitecturas CAG (Cache Augmented Generation)</a:t>
            </a:r>
            <a:endParaRPr b="0" i="0" sz="13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19125" y="1932125"/>
            <a:ext cx="76707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34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Sesión 4: Producto avanzado con IA</a:t>
            </a:r>
            <a:endParaRPr b="0" i="0" sz="31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1382850" y="92150"/>
            <a:ext cx="492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Situación actual del proyecto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6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bloque-0-roadm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12" y="1002088"/>
            <a:ext cx="9080975" cy="31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 title="bloque-1-texto-vs-estructura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3445"/>
            <a:ext cx="9182674" cy="4950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bloque-2-schema-y-tres-camino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09238" y="490850"/>
            <a:ext cx="9962476" cy="436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9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 title="01-cuadrantes-validacion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7049" y="0"/>
            <a:ext cx="60299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 title="bloque-3-politicas-fall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92950" y="564226"/>
            <a:ext cx="9967048" cy="401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bloque-4-cache-key-y-threshol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7262" y="92150"/>
            <a:ext cx="949852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 title="bloque-5-recap-pipeli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09513" y="440175"/>
            <a:ext cx="10163026" cy="466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730175" y="896500"/>
            <a:ext cx="8211900" cy="22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💻 Leer el contenido previo de la sesión 5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762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👋 Completa el perﬁl en la plataforma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1800"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✍️ Realiza los ejercicios previos de la sesión 5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✋ Participa en los debates, en el feed y en los comentarios de las lecciones.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1630825" y="92150"/>
            <a:ext cx="6378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✍️ Ejercicios para la Sesión 0</a:t>
            </a:r>
            <a:r>
              <a:rPr lang="es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b="1" i="0" sz="2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23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1065888" y="184350"/>
            <a:ext cx="70122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" sz="2600">
                <a:latin typeface="Helvetica Neue"/>
                <a:ea typeface="Helvetica Neue"/>
                <a:cs typeface="Helvetica Neue"/>
                <a:sym typeface="Helvetica Neue"/>
              </a:rPr>
              <a:t>✋Tiempo para el feedback con ROTI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200" y="803700"/>
            <a:ext cx="8187587" cy="412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4018" y="4332691"/>
            <a:ext cx="187441" cy="19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>
            <p:ph type="title"/>
          </p:nvPr>
        </p:nvSpPr>
        <p:spPr>
          <a:xfrm>
            <a:off x="5016100" y="194630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¡GRACIAS!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4119550" y="3628925"/>
            <a:ext cx="4656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LIDR.co, AI-Powered Careers</a:t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5008288" y="4310425"/>
            <a:ext cx="8217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@lidr_ai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6183286" y="4310425"/>
            <a:ext cx="1836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#followtheLIDR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25"/>
          <p:cNvSpPr txBox="1"/>
          <p:nvPr>
            <p:ph type="title"/>
          </p:nvPr>
        </p:nvSpPr>
        <p:spPr>
          <a:xfrm>
            <a:off x="498411" y="97275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ROTI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3" name="Google Shape;143;p25" title="Screenshot 2025-10-10 at 09.53.0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5" title="97708761-positive-feedback-removebg-preview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7375" y="1539750"/>
            <a:ext cx="3981175" cy="34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